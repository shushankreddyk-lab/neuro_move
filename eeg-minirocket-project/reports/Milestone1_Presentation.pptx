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EEG-Based Motor Imagery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[Insert Team Name]</a:t>
            </a:r>
          </a:p>
          <a:p>
            <a:r>
              <a:t>Team Members: [Insert Names]</a:t>
            </a:r>
          </a:p>
          <a:p>
            <a:r>
              <a:t>Base Paper: 'Deep Learning for EEG Motor Imagery Classification'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of the Base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Main Idea: The paper utilizes raw EEG brainwave signals and feeds them into deep-learning neural networks to identify specific physical intent patterns (like moving a hand).</a:t>
            </a:r>
          </a:p>
          <a:p>
            <a:pPr>
              <a:defRPr sz="2200"/>
            </a:pPr>
            <a:r>
              <a:t>The Problem it Solves: Raw EEG signals are noisy, complex, and nearly impossible to decode manually.</a:t>
            </a:r>
          </a:p>
          <a:p>
            <a:pPr>
              <a:defRPr sz="2200"/>
            </a:pPr>
            <a:r>
              <a:t>Proposed Solution: An AI-based method to automate classification robustly, eliminating manual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The Problem: People with severe physical disabilities (e.g., ALS, spinal cord injuries) cannot use conventional input devices to communicate.</a:t>
            </a:r>
          </a:p>
          <a:p>
            <a:pPr>
              <a:defRPr sz="2200"/>
            </a:pPr>
            <a:r>
              <a:t>Why it Matters: Translating human brain activity (EEG) directly into digital commands can build life-changing assistive technologies.</a:t>
            </a:r>
          </a:p>
          <a:p>
            <a:pPr>
              <a:defRPr sz="2200"/>
            </a:pPr>
            <a:r>
              <a:t>Impact: Restores independence and interaction for people with severe motor disabilities.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In-Scope (What we WILL do):</a:t>
            </a:r>
          </a:p>
          <a:p>
            <a:pPr>
              <a:defRPr sz="2200"/>
            </a:pPr>
            <a:r>
              <a:t>  - Download and parse the public PhysioNet EEG Motor Imagery dataset.</a:t>
            </a:r>
          </a:p>
          <a:p>
            <a:pPr>
              <a:defRPr sz="2200"/>
            </a:pPr>
            <a:r>
              <a:t>  - Implement EEG signal preprocessing (Bandpass filtering, CAR).</a:t>
            </a:r>
          </a:p>
          <a:p>
            <a:pPr>
              <a:defRPr sz="2200"/>
            </a:pPr>
            <a:r>
              <a:t>  - Train and evaluate advanced AI models (GPU MiniRocket &amp; EEG-Conformer).</a:t>
            </a:r>
          </a:p>
          <a:p>
            <a:pPr>
              <a:defRPr sz="2200"/>
            </a:pPr>
            <a:r>
              <a:t>  - Build a live, interactive web dashboard for real-time visualization.</a:t>
            </a:r>
          </a:p>
          <a:p>
            <a:pPr>
              <a:defRPr sz="2200"/>
            </a:pPr>
            <a:r>
              <a:t>Out-of-Scope (What we will NOT do):</a:t>
            </a:r>
          </a:p>
          <a:p>
            <a:pPr>
              <a:defRPr sz="2200"/>
            </a:pPr>
            <a:r>
              <a:t>  - Connect real EEG hardware headsets.</a:t>
            </a:r>
          </a:p>
          <a:p>
            <a:pPr>
              <a:defRPr sz="2200"/>
            </a:pPr>
            <a:r>
              <a:t>  - Deploy the system in a real clinical hospital setting.</a:t>
            </a:r>
          </a:p>
          <a:p>
            <a:pPr>
              <a:defRPr sz="2200"/>
            </a:pPr>
            <a:r>
              <a:t>  - Implement physical robotics.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Our Solution: An end-to-end software pipeline to recognize 4 distinct motor intents (Left/Right Fist, Both Fists/Feet).</a:t>
            </a:r>
          </a:p>
          <a:p>
            <a:pPr>
              <a:defRPr sz="2200"/>
            </a:pPr>
            <a:r>
              <a:t>Unique Contributions:</a:t>
            </a:r>
          </a:p>
          <a:p>
            <a:pPr>
              <a:defRPr sz="2200"/>
            </a:pPr>
            <a:r>
              <a:t>  - Comparing two state-of-the-art architectures: GPU MiniRocket vs EEG-Conformer.</a:t>
            </a:r>
          </a:p>
          <a:p>
            <a:pPr>
              <a:defRPr sz="2200"/>
            </a:pPr>
            <a:r>
              <a:t>  - Building a custom, interactive dashboard featuring a dynamic EEG oscilloscope and live probability visualizations.</a:t>
            </a:r>
          </a:p>
          <a:p>
            <a:pPr>
              <a:defRPr sz="2200"/>
            </a:pPr>
            <a:r>
              <a:t>Expected Output: A software system predicting intended physical commands from raw EEG data streams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2400"/>
            </a:pPr>
            <a:r>
              <a:t>[1] Public EEG Dataset</a:t>
            </a:r>
          </a:p>
          <a:p>
            <a:pPr algn="ctr">
              <a:defRPr sz="2400"/>
            </a:pPr>
            <a:r>
              <a:t>       ⬇️</a:t>
            </a:r>
          </a:p>
          <a:p>
            <a:pPr algn="ctr">
              <a:defRPr sz="2400"/>
            </a:pPr>
            <a:r>
              <a:t>[2] Preprocessing (MNE filtering)</a:t>
            </a:r>
          </a:p>
          <a:p>
            <a:pPr algn="ctr">
              <a:defRPr sz="2400"/>
            </a:pPr>
            <a:r>
              <a:t>       ⬇️</a:t>
            </a:r>
          </a:p>
          <a:p>
            <a:pPr algn="ctr">
              <a:defRPr sz="2400"/>
            </a:pPr>
            <a:r>
              <a:t>[3] AI Models (MiniRocket / Conformer)</a:t>
            </a:r>
          </a:p>
          <a:p>
            <a:pPr algn="ctr">
              <a:defRPr sz="2400"/>
            </a:pPr>
            <a:r>
              <a:t>       ⬇️</a:t>
            </a:r>
          </a:p>
          <a:p>
            <a:pPr algn="ctr">
              <a:defRPr sz="2400"/>
            </a:pPr>
            <a:r>
              <a:t>[4] Classification (Softmax)</a:t>
            </a:r>
          </a:p>
          <a:p>
            <a:pPr algn="ctr">
              <a:defRPr sz="2400"/>
            </a:pPr>
            <a:r>
              <a:t>       ⬇️</a:t>
            </a:r>
          </a:p>
          <a:p>
            <a:pPr algn="ctr">
              <a:defRPr sz="2400"/>
            </a:pPr>
            <a:r>
              <a:t>[5] Output (Predicted Command on Dashboard)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Summary: Developing an end-to-end EEG classification system that preprocesses public data, trains AI models, and visualizes predictions.</a:t>
            </a:r>
          </a:p>
          <a:p>
            <a:pPr>
              <a:defRPr sz="2200"/>
            </a:pPr>
            <a:r>
              <a:t>Next Milestone: By the next milestone, we plan to show:</a:t>
            </a:r>
          </a:p>
          <a:p>
            <a:pPr>
              <a:defRPr sz="2200"/>
            </a:pPr>
            <a:r>
              <a:t>  - Our fully preprocessed dataset</a:t>
            </a:r>
          </a:p>
          <a:p>
            <a:pPr>
              <a:defRPr sz="2200"/>
            </a:pPr>
            <a:r>
              <a:t>  - Baseline model accuracy results</a:t>
            </a:r>
          </a:p>
          <a:p>
            <a:pPr>
              <a:defRPr sz="2200"/>
            </a:pPr>
            <a:r>
              <a:t>  - A live demonstration of our interactive inference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